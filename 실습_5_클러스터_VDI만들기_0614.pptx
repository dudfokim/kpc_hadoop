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880" r:id="rId3"/>
  </p:sldMasterIdLst>
  <p:notesMasterIdLst>
    <p:notesMasterId r:id="rId29"/>
  </p:notesMasterIdLst>
  <p:sldIdLst>
    <p:sldId id="606" r:id="rId4"/>
    <p:sldId id="797" r:id="rId5"/>
    <p:sldId id="859" r:id="rId6"/>
    <p:sldId id="858" r:id="rId7"/>
    <p:sldId id="850" r:id="rId8"/>
    <p:sldId id="800" r:id="rId9"/>
    <p:sldId id="801" r:id="rId10"/>
    <p:sldId id="860" r:id="rId11"/>
    <p:sldId id="802" r:id="rId12"/>
    <p:sldId id="862" r:id="rId13"/>
    <p:sldId id="861" r:id="rId14"/>
    <p:sldId id="863" r:id="rId15"/>
    <p:sldId id="803" r:id="rId16"/>
    <p:sldId id="870" r:id="rId17"/>
    <p:sldId id="867" r:id="rId18"/>
    <p:sldId id="869" r:id="rId19"/>
    <p:sldId id="804" r:id="rId20"/>
    <p:sldId id="805" r:id="rId21"/>
    <p:sldId id="806" r:id="rId22"/>
    <p:sldId id="864" r:id="rId23"/>
    <p:sldId id="865" r:id="rId24"/>
    <p:sldId id="866" r:id="rId25"/>
    <p:sldId id="807" r:id="rId26"/>
    <p:sldId id="808" r:id="rId27"/>
    <p:sldId id="640" r:id="rId28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07" autoAdjust="0"/>
  </p:normalViewPr>
  <p:slideViewPr>
    <p:cSldViewPr>
      <p:cViewPr varScale="1">
        <p:scale>
          <a:sx n="112" d="100"/>
          <a:sy n="112" d="100"/>
        </p:scale>
        <p:origin x="390" y="102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82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590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4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421116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5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45040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6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15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5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138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459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759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81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219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1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678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0658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887192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08723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2. VDI </a:t>
            </a:r>
            <a:r>
              <a:rPr lang="ko-KR" altLang="en-US" sz="4400" b="1" smtClean="0">
                <a:solidFill>
                  <a:schemeClr val="tx2"/>
                </a:solidFill>
              </a:rPr>
              <a:t>이미지 만들기</a:t>
            </a:r>
            <a:endParaRPr lang="ko-KR" altLang="en-US" sz="4400" b="1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클러스터</a:t>
            </a:r>
            <a:r>
              <a:rPr lang="en-US" altLang="ko-KR" sz="3000" b="1" smtClean="0">
                <a:solidFill>
                  <a:schemeClr val="bg1"/>
                </a:solidFill>
              </a:rPr>
              <a:t>-</a:t>
            </a:r>
            <a:r>
              <a:rPr lang="ko-KR" altLang="en-US" sz="3000" b="1" smtClean="0">
                <a:solidFill>
                  <a:schemeClr val="bg1"/>
                </a:solidFill>
              </a:rPr>
              <a:t>완전분산모드 </a:t>
            </a:r>
            <a:r>
              <a:rPr lang="ko-KR" altLang="en-US" sz="3000" b="1" err="1" smtClean="0">
                <a:solidFill>
                  <a:schemeClr val="bg1"/>
                </a:solidFill>
              </a:rPr>
              <a:t>하둡</a:t>
            </a:r>
            <a:r>
              <a:rPr lang="ko-KR" altLang="en-US" sz="3000" b="1" smtClean="0">
                <a:solidFill>
                  <a:schemeClr val="bg1"/>
                </a:solidFill>
              </a:rPr>
              <a:t> 설치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1. </a:t>
            </a:r>
            <a:r>
              <a:rPr kumimoji="0" lang="ko-KR" altLang="en-US" sz="3000" b="1" err="1" smtClean="0">
                <a:solidFill>
                  <a:schemeClr val="bg1"/>
                </a:solidFill>
              </a:rPr>
              <a:t>가상머신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 콘솔에서 고정 </a:t>
            </a:r>
            <a:r>
              <a:rPr kumimoji="0" lang="en-US" altLang="ko-KR" sz="3000" b="1" smtClean="0">
                <a:solidFill>
                  <a:schemeClr val="bg1"/>
                </a:solidFill>
              </a:rPr>
              <a:t>IP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설정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3047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새로 만든 </a:t>
            </a:r>
            <a:r>
              <a:rPr lang="ko-KR" altLang="en-US" b="1" err="1" smtClean="0"/>
              <a:t>가상머신에서</a:t>
            </a:r>
            <a:r>
              <a:rPr lang="ko-KR" altLang="en-US" b="1" smtClean="0"/>
              <a:t> 고정 </a:t>
            </a:r>
            <a:r>
              <a:rPr lang="en-US" altLang="ko-KR" b="1" smtClean="0"/>
              <a:t>IP </a:t>
            </a:r>
            <a:r>
              <a:rPr lang="ko-KR" altLang="en-US" b="1" smtClean="0"/>
              <a:t>설정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6911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콘솔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 로그인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ifconfig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 설치되어 있지 않음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Yum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net-tools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yum  install  -y  net-tools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현재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확인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a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고정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설정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300" b="1">
              <a:latin typeface="+mn-ea"/>
              <a:ea typeface="+mn-ea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052900" y="2732963"/>
            <a:ext cx="4500500" cy="339007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</a:t>
            </a: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CentOS 6.X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달리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CentOS 7.X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어댑터 이름이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eth0, eth1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이 아닌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enp0s?  enp0s?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잡힘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296652"/>
            <a:ext cx="9027278" cy="6606107"/>
          </a:xfrm>
          <a:prstGeom prst="rect">
            <a:avLst/>
          </a:prstGeom>
          <a:solidFill>
            <a:schemeClr val="accent3">
              <a:lumMod val="65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yum install -y net-tools</a:t>
            </a:r>
            <a:endParaRPr lang="en-US" altLang="ko-KR" sz="10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Loaded plugins: fastestmirror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Running </a:t>
            </a: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transaction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Installing : net-tools-2.0-0.17.20131004git.el7.x86_64                    1/1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Verifying  : net-tools-2.0-0.17.20131004git.el7.x86_64                    1/1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Installed: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net-tools.x86_64 0:2.0-0.17.20131004git.el7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Complete!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1: lo: &lt;LOOPBACK,UP,LOWER_UP&gt; mtu 65536 qdisc noqueue state UNKNOWN qlen 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link/loopback 00:00:00:00:00:00 brd 00:00:00:00:00:00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inet 127.0.0.1/8 scope host lo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inet6 ::1/128 scope host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2: enp0s3: &lt;BROADCAST,MULTICAST,UP,LOWER_UP&gt; mtu 1500 qdisc pfifo_fast state UP qlen 1000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link/ether 12:34:56:78:90:20 brd ff:ff:ff:ff:ff:ff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inet 10.0.2.15/24 brd 10.0.2.255 scope global dynamic enp0s3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valid_lft 73401sec preferred_lft 73401sec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inet6 fe80::de96:c091:e0e0:a35f/64 scope link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3: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enp0s8</a:t>
            </a: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&lt;BROADCAST,MULTICAST,UP,LOWER_UP&gt; mtu 1500 qdisc pfifo_fast state UP qlen 1000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link/ether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12:34:56:78:90:21</a:t>
            </a: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brd ff:ff:ff:ff:ff:ff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inet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192.168.56.101</a:t>
            </a: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/24 brd 192.168.56.255 scope global dynamic enp0s8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valid_lft 1099sec preferred_lft 1099sec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inet6 fe80::58f4:a9a4:185b:2f73/64 scope link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958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1. </a:t>
            </a:r>
            <a:r>
              <a:rPr kumimoji="0" lang="ko-KR" altLang="en-US" sz="3000" b="1" err="1" smtClean="0">
                <a:solidFill>
                  <a:schemeClr val="bg1"/>
                </a:solidFill>
              </a:rPr>
              <a:t>가상머신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 콘솔에서 고정 </a:t>
            </a:r>
            <a:r>
              <a:rPr kumimoji="0" lang="en-US" altLang="ko-KR" sz="3000" b="1" smtClean="0">
                <a:solidFill>
                  <a:schemeClr val="bg1"/>
                </a:solidFill>
              </a:rPr>
              <a:t>IP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설정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3047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새로 만든 </a:t>
            </a:r>
            <a:r>
              <a:rPr lang="ko-KR" altLang="en-US" b="1" err="1" smtClean="0"/>
              <a:t>가상머신에서</a:t>
            </a:r>
            <a:r>
              <a:rPr lang="ko-KR" altLang="en-US" b="1" smtClean="0"/>
              <a:t> 고정 </a:t>
            </a:r>
            <a:r>
              <a:rPr lang="en-US" altLang="ko-KR" b="1" smtClean="0"/>
              <a:t>IP </a:t>
            </a:r>
            <a:r>
              <a:rPr lang="ko-KR" altLang="en-US" b="1" smtClean="0"/>
              <a:t>설정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고정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설정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ifconfig  enp0s8  192.168.56.21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ip  a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60065" y="2348880"/>
            <a:ext cx="8425507" cy="436549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ifconfig  enp0s8  192.168.56.21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ip 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1: lo: &lt;LOOPBACK,UP,LOWER_UP&gt; mtu 65536 qdisc noqueue state UNKNOWN qlen 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link/loopback 00:00:00:00:00:00 brd 00:00:00:00:00:00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inet 127.0.0.1/8 scope host lo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inet6 ::1/128 scope host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2: enp0s3: &lt;BROADCAST,MULTICAST,UP,LOWER_UP&gt; mtu 1500 qdisc pfifo_fast state UP qlen 1000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link/ether 12:34:56:78:90:20 brd ff:ff:ff:ff:ff:ff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inet 10.0.2.15/24 brd 10.0.2.255 scope global dynamic enp0s3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valid_lft 73183sec preferred_lft 73183sec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inet6 fe80::de96:c091:e0e0:a35f/64 scope link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3: enp0s8: &lt;BROADCAST,MULTICAST,UP,LOWER_UP&gt; mtu 1500 qdisc pfifo_fast state UP qlen 1000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link/ether 12:34:56:78:90:21 brd ff:ff:ff:ff:ff:ff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inet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192.168.56.21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/24 brd 192.168.56.255 scope global enp0s8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inet6 fe80::58f4:a9a4:185b:2f73/64 scope link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valid_lft forever preferred_lft forever</a:t>
            </a:r>
            <a:endParaRPr lang="en-US" altLang="ko-KR" sz="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4774154" y="1406130"/>
            <a:ext cx="4500500" cy="2491592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가상머신을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시작한 후 항상 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192.168.56.XX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변경해주어야 함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나중에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 자동으로 실행되도록 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rc.local</a:t>
            </a:r>
            <a:r>
              <a:rPr lang="ko-KR" altLang="en-US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추가할 예정</a:t>
            </a:r>
            <a:endParaRPr lang="ko-KR" altLang="en-US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828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1. </a:t>
            </a:r>
            <a:r>
              <a:rPr kumimoji="0" lang="ko-KR" altLang="en-US" sz="3000" b="1" err="1" smtClean="0">
                <a:solidFill>
                  <a:schemeClr val="bg1"/>
                </a:solidFill>
              </a:rPr>
              <a:t>가상머신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 콘솔에서 고정 </a:t>
            </a:r>
            <a:r>
              <a:rPr kumimoji="0" lang="en-US" altLang="ko-KR" sz="3000" b="1" smtClean="0">
                <a:solidFill>
                  <a:schemeClr val="bg1"/>
                </a:solidFill>
              </a:rPr>
              <a:t>IP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설정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3047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새로 만든 </a:t>
            </a:r>
            <a:r>
              <a:rPr lang="ko-KR" altLang="en-US" b="1" err="1" smtClean="0"/>
              <a:t>가상머신에서</a:t>
            </a:r>
            <a:r>
              <a:rPr lang="ko-KR" altLang="en-US" b="1" smtClean="0"/>
              <a:t> 고정 </a:t>
            </a:r>
            <a:r>
              <a:rPr lang="en-US" altLang="ko-KR" b="1" smtClean="0"/>
              <a:t>IP </a:t>
            </a:r>
            <a:r>
              <a:rPr lang="ko-KR" altLang="en-US" b="1" smtClean="0"/>
              <a:t>설정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콘솔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20" y="1952836"/>
            <a:ext cx="70104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4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90218" y="3868363"/>
            <a:ext cx="9027278" cy="2725044"/>
          </a:xfrm>
          <a:prstGeom prst="rect">
            <a:avLst/>
          </a:prstGeom>
          <a:solidFill>
            <a:srgbClr val="FFFFFF">
              <a:lumMod val="65000"/>
              <a:alpha val="28000"/>
            </a:srgbClr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login as: </a:t>
            </a:r>
            <a:r>
              <a:rPr kumimoji="1" lang="en-US" altLang="ko-KR" sz="12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root@192.168.56.21's </a:t>
            </a:r>
            <a:r>
              <a:rPr kumimoji="1" lang="en-US" altLang="ko-KR" sz="12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password</a:t>
            </a:r>
            <a:r>
              <a:rPr kumimoji="1" lang="en-US" altLang="ko-KR" sz="12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: </a:t>
            </a:r>
            <a:r>
              <a:rPr kumimoji="1" lang="en-US" altLang="ko-KR" sz="1200" b="1" i="0" u="none" strike="noStrike" kern="0" cap="none" spc="0" normalizeH="0" baseline="0" noProof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hadoop</a:t>
            </a:r>
            <a:r>
              <a:rPr kumimoji="1" lang="en-US" altLang="ko-KR" sz="1200" b="1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안보임</a:t>
            </a:r>
            <a:r>
              <a:rPr kumimoji="1" lang="en-US" altLang="ko-KR" sz="1200" b="1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)</a:t>
            </a:r>
            <a:endParaRPr kumimoji="1" lang="en-US" altLang="ko-KR" sz="1200" b="1" i="0" u="none" strike="noStrike" kern="0" cap="none" spc="0" normalizeH="0" baseline="0" noProof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uLnTx/>
              <a:uFillTx/>
              <a:latin typeface="맑은 고딕" pitchFamily="50" charset="-127"/>
              <a:ea typeface="맑은 고딕" pitchFamily="50" charset="-127"/>
              <a:sym typeface="나눔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Last login: Sat May  6 14:15:58 2017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[</a:t>
            </a:r>
            <a:r>
              <a:rPr kumimoji="1" lang="en-US" altLang="ko-KR" sz="14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root@</a:t>
            </a:r>
            <a:r>
              <a:rPr kumimoji="1" lang="en-US" altLang="ko-KR" sz="14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client</a:t>
            </a:r>
            <a:r>
              <a:rPr kumimoji="1" lang="en-US" altLang="ko-KR" sz="14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 ~]# </a:t>
            </a:r>
            <a:r>
              <a:rPr kumimoji="1" lang="en-US" altLang="ko-KR" sz="14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hostname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client.hadoop.kr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[</a:t>
            </a:r>
            <a:r>
              <a:rPr kumimoji="1" lang="en-US" altLang="ko-KR" sz="12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root@client ~]# </a:t>
            </a:r>
            <a:r>
              <a:rPr kumimoji="1" lang="en-US" altLang="ko-KR" sz="12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ping -c 2 www.google.com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PING www.google.com (216.58.197.4) 56(84) bytes of data.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64 bytes from kix06s02-in-f4.1e100.net (216.58.197.4): icmp_seq=1 ttl=51 time=45.7 ms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64 bytes from kix06s02-in-f4.1e100.net (216.58.197.4): icmp_seq=2 ttl=51 time=39.5 ms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--- </a:t>
            </a: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www.google.com ping statistics 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2 packets transmitted, 2 received, 0% packet loss, time 1002ms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rtt min/avg/max/mdev = 39.538/42.639/45.740/3.101 ms</a:t>
            </a:r>
            <a:endParaRPr kumimoji="1" lang="en-US" altLang="ko-KR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sym typeface="나눔고딕" pitchFamily="50" charset="-127"/>
            </a:endParaRPr>
          </a:p>
        </p:txBody>
      </p:sp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2. </a:t>
            </a:r>
            <a:r>
              <a:rPr kumimoji="0" lang="ko-KR" altLang="en-US" sz="3000" b="1" err="1" smtClean="0">
                <a:solidFill>
                  <a:schemeClr val="bg1"/>
                </a:solidFill>
              </a:rPr>
              <a:t>가상머신에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 </a:t>
            </a:r>
            <a:r>
              <a:rPr kumimoji="0" lang="en-US" altLang="ko-KR" sz="3000" b="1" smtClean="0">
                <a:solidFill>
                  <a:schemeClr val="bg1"/>
                </a:solidFill>
              </a:rPr>
              <a:t>SSH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접속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6135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SSH</a:t>
            </a:r>
            <a:r>
              <a:rPr lang="ko-KR" altLang="en-US" b="1" smtClean="0"/>
              <a:t>로 접속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6911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메모장으로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하둡설치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_Cent75_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_1_VDI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만들기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.txt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열기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2. putty.exe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실행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IP/Hostname : 192.168.56.21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아이디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root 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 확인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hostname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외부 네트워크 연결 확인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(NAT)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ping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-c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www.google.com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300" b="1">
              <a:latin typeface="+mn-ea"/>
              <a:ea typeface="+mn-ea"/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5631150" y="3356992"/>
            <a:ext cx="3895846" cy="2340261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  <a:r>
              <a:rPr lang="ko-KR" altLang="en-US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외부 네트워크로 </a:t>
            </a: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ping </a:t>
            </a:r>
            <a:r>
              <a:rPr lang="ko-KR" altLang="en-US" sz="1400" b="1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실패시</a:t>
            </a:r>
            <a:endParaRPr lang="en-US" altLang="ko-KR" sz="14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PC/</a:t>
            </a:r>
            <a:r>
              <a:rPr lang="ko-KR" altLang="en-US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노트북에서 인터넷 연결 확인</a:t>
            </a:r>
            <a:endParaRPr lang="en-US" altLang="ko-KR" sz="14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$ </a:t>
            </a:r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echo 'nameserver 8.8.8.8' &gt;&gt; /etc/resolv.conf</a:t>
            </a:r>
            <a:endParaRPr lang="en-US" altLang="ko-KR" sz="14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629213" y="1736812"/>
            <a:ext cx="4500500" cy="1735507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이제부터 호스트명을 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반드시 확인하셔야 합니다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881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>
                <a:solidFill>
                  <a:prstClr val="white"/>
                </a:solidFill>
              </a:rPr>
              <a:t>필요한 리눅스 프로그램 설치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0067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ftp, </a:t>
            </a:r>
            <a:r>
              <a:rPr lang="en-US" altLang="ko-KR" b="1" err="1" smtClean="0">
                <a:solidFill>
                  <a:prstClr val="black"/>
                </a:solidFill>
              </a:rPr>
              <a:t>wget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프로그램 설치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레드헷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계열은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YUM, RPM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프로그램 설치 및 관리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- YUM :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상위 개념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- RPM :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직접 설치 및 관리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FTP(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파일전송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), WGET(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웹에서 다운로드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치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yum install -y ftp </a:t>
            </a: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76536" y="3140968"/>
            <a:ext cx="8425507" cy="308514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yum  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install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  -y  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ftp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b="1" err="1" smtClean="0">
                <a:latin typeface="맑은 고딕" pitchFamily="50" charset="-127"/>
                <a:ea typeface="맑은 고딕" pitchFamily="50" charset="-127"/>
              </a:rPr>
              <a:t>wget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Loaded plugins: </a:t>
            </a:r>
            <a:r>
              <a:rPr lang="en-US" altLang="ko-KR" sz="1000" err="1">
                <a:latin typeface="맑은 고딕" pitchFamily="50" charset="-127"/>
                <a:ea typeface="맑은 고딕" pitchFamily="50" charset="-127"/>
              </a:rPr>
              <a:t>fastestmirror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Setting up Install Process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base                                                     | 3.7 </a:t>
            </a:r>
            <a:r>
              <a:rPr lang="en-US" altLang="ko-KR" sz="1000" err="1">
                <a:latin typeface="맑은 고딕" pitchFamily="50" charset="-127"/>
                <a:ea typeface="맑은 고딕" pitchFamily="50" charset="-127"/>
              </a:rPr>
              <a:t>kB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00:00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Running Transaction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Installing : ftp-0.17-67.el7.x86_64                                                    </a:t>
            </a:r>
            <a:r>
              <a:rPr lang="en-US" altLang="ko-KR" sz="10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   </a:t>
            </a: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1/2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Installing : wget-1.14-13.el7.x86_64                                                 </a:t>
            </a:r>
            <a:r>
              <a:rPr lang="en-US" altLang="ko-KR" sz="10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   </a:t>
            </a: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2/2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Verifying  : wget-1.14-13.el7.x86_64                                                </a:t>
            </a:r>
            <a:r>
              <a:rPr lang="en-US" altLang="ko-KR" sz="10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   </a:t>
            </a: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1/2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Verifying  : ftp-0.17-67.el7.x86_64                                                                   2/2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Installed: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ftp.x86_64 0:0.17-67.el7         wget.x86_64 0:1.14-13.el7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Complete!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[root@client ~]#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447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>
                <a:solidFill>
                  <a:prstClr val="white"/>
                </a:solidFill>
              </a:rPr>
              <a:t>필요한 리눅스 프로그램 설치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5494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Mysql </a:t>
            </a:r>
            <a:r>
              <a:rPr lang="ko-KR" altLang="en-US" b="1">
                <a:solidFill>
                  <a:prstClr val="black"/>
                </a:solidFill>
              </a:rPr>
              <a:t>설치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마리아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DB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대신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설치할 수 있게 해주는 패키지 다운로드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wget www.db21.co.kr/big/mysql-community-release-el7-5.noarch.rpm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패키지 설치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yum -y install mysql-community-release-el7-5.noarch.rpm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yum -y install mysql-community-server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서버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systemctl start mysqld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리눅스 부팅시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서버 자동 시작 설정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일단은 하지 마세요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!! systemctl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enable mysqld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[9]$ systemctl status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5637076" y="3650008"/>
            <a:ext cx="2952328" cy="1255156"/>
          </a:xfrm>
          <a:prstGeom prst="wedgeEllipseCallout">
            <a:avLst>
              <a:gd name="adj1" fmla="val -85910"/>
              <a:gd name="adj2" fmla="val -3011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mtClean="0">
                <a:latin typeface="맑은 고딕" pitchFamily="50" charset="-127"/>
                <a:ea typeface="맑은 고딕" pitchFamily="50" charset="-127"/>
              </a:rPr>
              <a:t>[ NOTE</a:t>
            </a:r>
            <a:r>
              <a:rPr lang="ko-KR" altLang="en-US" sz="1400" b="1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smtClean="0">
                <a:latin typeface="맑은 고딕" pitchFamily="50" charset="-127"/>
                <a:ea typeface="맑은 고딕" pitchFamily="50" charset="-127"/>
              </a:rPr>
              <a:t>Mysql server</a:t>
            </a:r>
            <a:r>
              <a:rPr lang="ko-KR" altLang="en-US" sz="1400" b="1" smtClean="0">
                <a:latin typeface="맑은 고딕" pitchFamily="50" charset="-127"/>
                <a:ea typeface="맑은 고딕" pitchFamily="50" charset="-127"/>
              </a:rPr>
              <a:t>는</a:t>
            </a:r>
            <a:endParaRPr lang="en-US" altLang="ko-KR" sz="1400" b="1" smtClean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b="1" smtClean="0">
                <a:latin typeface="맑은 고딕" pitchFamily="50" charset="-127"/>
                <a:ea typeface="맑은 고딕" pitchFamily="50" charset="-127"/>
              </a:rPr>
              <a:t>Client </a:t>
            </a:r>
            <a:r>
              <a:rPr lang="ko-KR" altLang="en-US" sz="1400" b="1" smtClean="0">
                <a:latin typeface="맑은 고딕" pitchFamily="50" charset="-127"/>
                <a:ea typeface="맑은 고딕" pitchFamily="50" charset="-127"/>
              </a:rPr>
              <a:t>머신에만 </a:t>
            </a:r>
            <a:endParaRPr lang="en-US" altLang="ko-KR" sz="1400" b="1" smtClean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b="1" smtClean="0">
                <a:latin typeface="맑은 고딕" pitchFamily="50" charset="-127"/>
                <a:ea typeface="맑은 고딕" pitchFamily="50" charset="-127"/>
              </a:rPr>
              <a:t>있으면 됨</a:t>
            </a:r>
            <a:endParaRPr lang="ko-KR" altLang="en-US" sz="14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60065" y="5049180"/>
            <a:ext cx="8425507" cy="128465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wget www.db21.co.kr/big/mysql-community-release-el7-5.noarch.rpm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--2017-05-26 18:51:17--  http://www.db21.co.kr/big/mysql-community-release-el7-5.noarch.rpm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Saving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to: ‘mysql-community-release-el7-5.noarch.rpm’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100%[==================================================================&gt;] 6,140       --.-K/s   in 0.004s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2017-05-26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18:51:17 (1.38 MB/s) - ‘mysql-community-release-el7-5.noarch.rpm’ saved [6140/6140]</a:t>
            </a:r>
          </a:p>
        </p:txBody>
      </p:sp>
      <p:sp>
        <p:nvSpPr>
          <p:cNvPr id="9" name="가로로 말린 두루마리 모양 8"/>
          <p:cNvSpPr/>
          <p:nvPr/>
        </p:nvSpPr>
        <p:spPr>
          <a:xfrm>
            <a:off x="6412781" y="2060873"/>
            <a:ext cx="3021533" cy="1512169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CentOS 6.X : chkconfig</a:t>
            </a:r>
          </a:p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CentOS 7.X : systemctl</a:t>
            </a:r>
          </a:p>
        </p:txBody>
      </p:sp>
    </p:spTree>
    <p:extLst>
      <p:ext uri="{BB962C8B-B14F-4D97-AF65-F5344CB8AC3E}">
        <p14:creationId xmlns:p14="http://schemas.microsoft.com/office/powerpoint/2010/main" val="17143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>
                <a:solidFill>
                  <a:prstClr val="white"/>
                </a:solidFill>
              </a:rPr>
              <a:t>필요한 리눅스 프로그램 설치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5494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Mysql </a:t>
            </a:r>
            <a:r>
              <a:rPr lang="ko-KR" altLang="en-US" b="1">
                <a:solidFill>
                  <a:prstClr val="black"/>
                </a:solidFill>
              </a:rPr>
              <a:t>설치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90162" y="1448780"/>
            <a:ext cx="8425507" cy="502567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yum -y install mysql-community-release-el7-5.noarch.rpm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Loaded plugins: fastestmirror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Installed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 mysql-community-release.noarch 0:el7-5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Complete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yum -y install mysql-community-server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Loaded plugins: fastestmirror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Installed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 mysql-community-libs.x86_64 0:5.6.36-2.el7          mysql-community-server.x86_64 0:5.6.36-2.el7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Replaced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 mariadb-libs.x86_64 1:5.5.52-1.el7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Complete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systemctl start mysqld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systemctl enable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mysqld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systemctl status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mysqld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mysqld.service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- MySQL Community 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  Loaded: loaded (/usr/lib/systemd/system/mysqld.service; enabled; vendor preset: disabled)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  Active: active (running) since </a:t>
            </a: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금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2017-05-26 18:54:20 KST; 11s ago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Main PID: 8901 (mysqld_safe)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…</a:t>
            </a: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 5</a:t>
            </a: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26 18:54:20 client.hadoop.kr systemd[1]: Started MySQL Community </a:t>
            </a: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Server</a:t>
            </a: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881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>
                <a:solidFill>
                  <a:prstClr val="white"/>
                </a:solidFill>
              </a:rPr>
              <a:t>필요한 리눅스 프로그램 설치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5494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Mysql </a:t>
            </a:r>
            <a:r>
              <a:rPr lang="ko-KR" altLang="en-US" b="1">
                <a:solidFill>
                  <a:prstClr val="black"/>
                </a:solidFill>
              </a:rPr>
              <a:t>설치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6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서버 동작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[10]$ mysqlshow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91103" y="2240868"/>
            <a:ext cx="8425507" cy="199561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mysqlshow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|     Databases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| information_schema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| mysql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| performance_schema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+--------------------+</a:t>
            </a:r>
            <a:endParaRPr lang="en-US" altLang="ko-KR" sz="8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718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</a:t>
            </a:r>
            <a:r>
              <a:rPr kumimoji="0" lang="en-US" altLang="ko-KR" sz="3000" b="1">
                <a:solidFill>
                  <a:prstClr val="white"/>
                </a:solidFill>
              </a:rPr>
              <a:t>JAVA </a:t>
            </a:r>
            <a:r>
              <a:rPr kumimoji="0" lang="ko-KR" altLang="en-US" sz="3000" b="1">
                <a:solidFill>
                  <a:prstClr val="white"/>
                </a:solidFill>
              </a:rPr>
              <a:t>다운로드 및 설치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4736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JAVA JDK RPM </a:t>
            </a:r>
            <a:r>
              <a:rPr lang="ko-KR" altLang="en-US" b="1" smtClean="0">
                <a:solidFill>
                  <a:prstClr val="black"/>
                </a:solidFill>
              </a:rPr>
              <a:t>설치 프로그램 다운로드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9307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자바버전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1.7, 64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비트용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다운로드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[11]$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 </a:t>
            </a: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www.db21.co.kr/hadoop/jdk-7u55-linux-x64.rpm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5326" y="2564904"/>
            <a:ext cx="8425507" cy="268503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www.db21.co.kr/hadoop/jdk-7u55-linux-x64.rpm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--2017-05-26 18:26:00--  http://www.db21.co.kr/hadoop/jdk-7u55-linux-x64.rpm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Resolving www.db21.co.kr (www.db21.co.kr)... 121.124.124.244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Connecting to www.db21.co.kr (www.db21.co.kr)|121.124.124.244|:80... connected.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HTTP request sent, awaiting response... 200 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Length: 122656363 (117M) [text/plain]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Saving to: ‘jdk-7u55-linux-x64.rpm’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100%[===============================================&gt;] 122,656,363 2.17MB/s   in 57s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2017-05-26 18:26:58 (2.04 MB/s) -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‘jdk-7u55-linux-x64.rpm’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 saved [122656363/122656363]</a:t>
            </a:r>
          </a:p>
        </p:txBody>
      </p:sp>
    </p:spTree>
    <p:extLst>
      <p:ext uri="{BB962C8B-B14F-4D97-AF65-F5344CB8AC3E}">
        <p14:creationId xmlns:p14="http://schemas.microsoft.com/office/powerpoint/2010/main" val="112485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</a:t>
            </a:r>
            <a:r>
              <a:rPr kumimoji="0" lang="en-US" altLang="ko-KR" sz="3000" b="1">
                <a:solidFill>
                  <a:prstClr val="white"/>
                </a:solidFill>
              </a:rPr>
              <a:t>JAVA </a:t>
            </a:r>
            <a:r>
              <a:rPr kumimoji="0" lang="ko-KR" altLang="en-US" sz="3000" b="1">
                <a:solidFill>
                  <a:prstClr val="white"/>
                </a:solidFill>
              </a:rPr>
              <a:t>다운로드 및 설치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09886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JAVA JDK RPM </a:t>
            </a:r>
            <a:r>
              <a:rPr lang="ko-KR" altLang="en-US" b="1" smtClean="0">
                <a:solidFill>
                  <a:prstClr val="black"/>
                </a:solidFill>
              </a:rPr>
              <a:t>설치하기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4311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JDK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설치 여부를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12]$ rpm -qa | grep 'jdk'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13]$ ls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JDK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14]$ rpm  -ivh  jdk-7u55-linux-x64.rpm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심벌릭 링크를 걸어줌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업그레이드할 때 편리함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15]$ ln  -s  /usr/java/jdk1.7.0_55  /usr/local/java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16]$ ll /usr/local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04206" y="3856280"/>
            <a:ext cx="8425507" cy="288508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rpm -qa | grep 'jdk'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anaconda-ks.cfg  jdk-7u55-linux-x64.rpm 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mysql-community-release-el7-5.noarch.rpm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rpm  -ivh  jdk-7u55-linux-x64.rpm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800">
                <a:latin typeface="맑은 고딕" pitchFamily="50" charset="-127"/>
                <a:ea typeface="맑은 고딕" pitchFamily="50" charset="-127"/>
              </a:rPr>
              <a:t>준비 중</a:t>
            </a:r>
            <a:r>
              <a:rPr lang="en-US" altLang="ko-KR" sz="800">
                <a:latin typeface="맑은 고딕" pitchFamily="50" charset="-127"/>
                <a:ea typeface="맑은 고딕" pitchFamily="50" charset="-127"/>
              </a:rPr>
              <a:t>...                         ################################# [100%]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>
                <a:latin typeface="맑은 고딕" pitchFamily="50" charset="-127"/>
                <a:ea typeface="맑은 고딕" pitchFamily="50" charset="-127"/>
              </a:rPr>
              <a:t>Updating / installing...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800">
                <a:latin typeface="맑은 고딕" pitchFamily="50" charset="-127"/>
                <a:ea typeface="맑은 고딕" pitchFamily="50" charset="-127"/>
              </a:rPr>
              <a:t>   1:jdk-2000:1.7.0_55-fcs            ################################# [100%]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ln  -s  /usr/java/jdk1.7.0_55  /usr/local/java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root@client 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ll /usr/local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2 root root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2 root root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etc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2 root root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games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2 root root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include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lrwxrwxrwx. 1 root root 21  5</a:t>
            </a:r>
            <a:r>
              <a:rPr lang="ko-KR" altLang="en-US" sz="105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5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26 19:01 java -&gt; /usr/java/jdk1.7.0_55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2 root root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</a:t>
            </a:r>
            <a:r>
              <a:rPr lang="en-US" altLang="ko-KR" sz="600" smtClean="0">
                <a:latin typeface="맑은 고딕" pitchFamily="50" charset="-127"/>
                <a:ea typeface="맑은 고딕" pitchFamily="50" charset="-127"/>
              </a:rPr>
              <a:t>lib</a:t>
            </a:r>
            <a:endParaRPr lang="en-US" altLang="ko-KR" sz="6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02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#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추가 작업 및 설정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310569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>
                <a:solidFill>
                  <a:prstClr val="black"/>
                </a:solidFill>
              </a:rPr>
              <a:t>추가 작업 및 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731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방화벽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중단하기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systemctl status firewalld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 stop firewalld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 disable firewalld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 JDK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RPM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삭제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ll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rm jdk-7u55-linux-x64.rpm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4772980" y="4257092"/>
            <a:ext cx="3672408" cy="1512168"/>
          </a:xfrm>
          <a:prstGeom prst="wedgeEllipseCallout">
            <a:avLst>
              <a:gd name="adj1" fmla="val -93243"/>
              <a:gd name="adj2" fmla="val -9388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[ NOTE</a:t>
            </a: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디스크 용량 부족 때문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80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23389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err="1" smtClean="0">
                <a:solidFill>
                  <a:prstClr val="black"/>
                </a:solidFill>
              </a:rPr>
              <a:t>리눅스에서</a:t>
            </a:r>
            <a:r>
              <a:rPr lang="ko-KR" altLang="en-US" b="1" smtClean="0">
                <a:solidFill>
                  <a:prstClr val="black"/>
                </a:solidFill>
              </a:rPr>
              <a:t> </a:t>
            </a:r>
            <a:r>
              <a:rPr lang="ko-KR" altLang="en-US" b="1" err="1" smtClean="0">
                <a:solidFill>
                  <a:prstClr val="black"/>
                </a:solidFill>
              </a:rPr>
              <a:t>하둡</a:t>
            </a:r>
            <a:r>
              <a:rPr lang="ko-KR" altLang="en-US" b="1" smtClean="0">
                <a:solidFill>
                  <a:prstClr val="black"/>
                </a:solidFill>
              </a:rPr>
              <a:t> 계정 추가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2307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계정 추가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adduser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 최초 설정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passwd hadoop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76536" y="3140968"/>
            <a:ext cx="8425507" cy="216489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adduser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passwd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사용자의 비밀 번호 변경 중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새  암호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잘못된 암호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사전에 있는 단어를 기반으로 합니다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잘못된 암호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너무 간단함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새  암호 재입력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err="1">
                <a:latin typeface="맑은 고딕" pitchFamily="50" charset="-127"/>
                <a:ea typeface="맑은 고딕" pitchFamily="50" charset="-127"/>
              </a:rPr>
              <a:t>passwd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모든 인증 토큰이 성공적으로 업데이트 되었습니다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[root@client ~]#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5133020" y="1340768"/>
            <a:ext cx="1945704" cy="1152128"/>
          </a:xfrm>
          <a:prstGeom prst="wedgeEllipseCallout">
            <a:avLst>
              <a:gd name="adj1" fmla="val -86168"/>
              <a:gd name="adj2" fmla="val 8020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비밀번호 </a:t>
            </a: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b="1" err="1" smtClean="0">
                <a:latin typeface="맑은 고딕" pitchFamily="50" charset="-127"/>
                <a:ea typeface="맑은 고딕" pitchFamily="50" charset="-127"/>
              </a:rPr>
              <a:t>hadoop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15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5.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설치 관련 파일 다운로드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233899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>
                <a:solidFill>
                  <a:prstClr val="black"/>
                </a:solidFill>
              </a:rPr>
              <a:t>하둡 데이터 디렉터리 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디렉터리 만들고 권한 부여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mkdir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/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chown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hadoop  /data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chgrp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hadoop  /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ll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/</a:t>
            </a:r>
            <a:endParaRPr lang="en-US" altLang="ko-KR" sz="1500" b="1" err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40532" y="2960948"/>
            <a:ext cx="8389181" cy="364529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mkdir 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/data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chown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 hadoop  /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chgrp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 Hadoop 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/data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ll /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16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lrwxrwxrwx.   1 root   root      7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14:43 bin -&gt; usr/bin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dr-xr-xr-x.   4 root   root   4096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14:46 boot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drwxr-xr-x.   2 hadoop hadoop    6  5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31 15:47 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17 root   root   2980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14:50 dev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76 root   root   8192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15:47 etc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 3 root   root     20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15:47 home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lrwxrwxrwx.   1 root   root      7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14:43 lib -&gt; usr/lib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lrwxrwxrwx.   1 root   root      9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14:43 lib64 -&gt; usr/lib64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 2 root   root    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media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 2 root   root    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mnt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 2 root   root    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opt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dr-xr-xr-x. 103 root   root      0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14:50 proc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dr-xr-x---.   2 root   root    192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15:46 root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22 root   root    640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15:44 run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lrwxrwxrwx.   1 root   root      8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14:43 sbin -&gt; usr/sbin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 2 root   root      6 11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6  2016 srv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dr-xr-xr-x.  13 root   root      0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14:50 sys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drwxrwxrwt.   7 root   root    132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15:46 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14 root   root    167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15:47 usr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drwxr-xr-x.  19 root   root    267  5</a:t>
            </a:r>
            <a:r>
              <a:rPr lang="ko-KR" altLang="en-US" sz="6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600">
                <a:latin typeface="맑은 고딕" pitchFamily="50" charset="-127"/>
                <a:ea typeface="맑은 고딕" pitchFamily="50" charset="-127"/>
              </a:rPr>
              <a:t>31 14:50 var</a:t>
            </a:r>
            <a:endParaRPr lang="en-US" altLang="ko-KR" sz="100" b="1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164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5.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설치 관련 파일 다운로드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4068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SSH </a:t>
            </a:r>
            <a:r>
              <a:rPr lang="ko-KR" altLang="en-US" b="1">
                <a:solidFill>
                  <a:prstClr val="black"/>
                </a:solidFill>
              </a:rPr>
              <a:t>처음 접속시 질문안받기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9307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변경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'StrictHostKeyChecking no' &gt;&gt; /etc/ssh/ssh_config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tail  /etc/ssh/ssh_config</a:t>
            </a:r>
            <a:endParaRPr lang="en-US" altLang="ko-KR" sz="1500" b="1" err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29338" y="2384884"/>
            <a:ext cx="8880146" cy="276505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echo 'StrictHostKeyChecking no' &gt;&gt; /etc/ssh/ssh_config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tail  /etc/ssh/ssh_config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# If this option is set to yes then remote X11 clients will have full access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# to the original X11 display. As virtually no X11 client supports the untrusted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# mode correctly we set this to yes.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 ForwardX11Trusted yes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# Send locale-related environment variables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 SendEnv LANG LC_CTYPE LC_NUMERIC LC_TIME LC_COLLATE LC_MONETARY LC_MESSAGES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 SendEnv LC_PAPER LC_NAME LC_ADDRESS LC_TELEPHONE LC_MEASUREMENT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 SendEnv LC_IDENTIFICATION LC_ALL LANGUAGE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       SendEnv XMODIFIERS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StrictHostKeyChecking no</a:t>
            </a:r>
            <a:endParaRPr lang="en-US" altLang="ko-KR" sz="7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2864768" y="4581128"/>
            <a:ext cx="5796644" cy="216391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나중에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IP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설정이 꼬이면 아애 접속이 안됨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      이때는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~/.ssh/known_hosts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삭제하면 됨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!!!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      ( /root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/home/hadoop )</a:t>
            </a:r>
          </a:p>
        </p:txBody>
      </p:sp>
    </p:spTree>
    <p:extLst>
      <p:ext uri="{BB962C8B-B14F-4D97-AF65-F5344CB8AC3E}">
        <p14:creationId xmlns:p14="http://schemas.microsoft.com/office/powerpoint/2010/main" val="215604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47489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err="1" smtClean="0">
                <a:solidFill>
                  <a:prstClr val="black"/>
                </a:solidFill>
              </a:rPr>
              <a:t>하둡</a:t>
            </a:r>
            <a:r>
              <a:rPr lang="ko-KR" altLang="en-US" b="1" smtClean="0">
                <a:solidFill>
                  <a:prstClr val="black"/>
                </a:solidFill>
              </a:rPr>
              <a:t> 계정으로 로그인하여 필요한 파일 다운로드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계정 로그인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[9]$ </a:t>
            </a:r>
            <a:r>
              <a:rPr lang="en-US" altLang="ko-KR" sz="1500" b="1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su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   hadoop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Prompt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 다음과 같이 변경된 것을 확인하세요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~]# su - hadoop</a:t>
            </a: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~]$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88788" y="3140968"/>
            <a:ext cx="8425507" cy="52444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[root@client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su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en-US" altLang="ko-KR" sz="1200" b="1" err="1"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~]$</a:t>
            </a:r>
            <a:endParaRPr lang="en-US" altLang="ko-KR" sz="1000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701541" y="3987617"/>
            <a:ext cx="4500500" cy="173185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  <a:r>
              <a:rPr lang="ko-KR" altLang="en-US" sz="1600" b="1" err="1">
                <a:latin typeface="맑은 고딕" panose="020B0503020000020004" pitchFamily="50" charset="-127"/>
                <a:ea typeface="맑은 고딕" panose="020B0503020000020004" pitchFamily="50" charset="-127"/>
              </a:rPr>
              <a:t>뛰어쓰기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조심 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600" b="1" err="1">
                <a:latin typeface="맑은 고딕" panose="020B0503020000020004" pitchFamily="50" charset="-127"/>
                <a:ea typeface="맑은 고딕" panose="020B0503020000020004" pitchFamily="50" charset="-127"/>
              </a:rPr>
              <a:t>su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600" b="1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한칸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"-"(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마이너스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b="1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한칸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600" b="1" err="1">
                <a:latin typeface="맑은 고딕" panose="020B0503020000020004" pitchFamily="50" charset="-127"/>
                <a:ea typeface="맑은 고딕" panose="020B0503020000020004" pitchFamily="50" charset="-127"/>
              </a:rPr>
              <a:t>hadoop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1064568" y="4486418"/>
            <a:ext cx="3060909" cy="1872208"/>
          </a:xfrm>
          <a:prstGeom prst="wedgeEllipseCallout">
            <a:avLst>
              <a:gd name="adj1" fmla="val -35590"/>
              <a:gd name="adj2" fmla="val -9465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b="1" err="1" smtClean="0">
                <a:latin typeface="맑은 고딕" pitchFamily="50" charset="-127"/>
                <a:ea typeface="맑은 고딕" pitchFamily="50" charset="-127"/>
              </a:rPr>
              <a:t>리눅스</a:t>
            </a: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 계정</a:t>
            </a:r>
            <a:endParaRPr lang="en-US" altLang="ko-KR" b="1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@</a:t>
            </a:r>
          </a:p>
          <a:p>
            <a:pPr algn="ctr"/>
            <a:r>
              <a:rPr lang="ko-KR" altLang="en-US" b="1" err="1" smtClean="0">
                <a:latin typeface="맑은 고딕" pitchFamily="50" charset="-127"/>
                <a:ea typeface="맑은 고딕" pitchFamily="50" charset="-127"/>
              </a:rPr>
              <a:t>호스트명</a:t>
            </a:r>
            <a:endParaRPr lang="en-US" altLang="ko-KR" b="1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현재작업디렉터리 </a:t>
            </a: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/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$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864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96674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err="1" smtClean="0">
                <a:solidFill>
                  <a:prstClr val="black"/>
                </a:solidFill>
              </a:rPr>
              <a:t>Hadoop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계정으로 </a:t>
            </a:r>
            <a:r>
              <a:rPr lang="ko-KR" altLang="en-US" b="1" err="1" smtClean="0">
                <a:solidFill>
                  <a:prstClr val="black"/>
                </a:solidFill>
              </a:rPr>
              <a:t>하둡</a:t>
            </a:r>
            <a:r>
              <a:rPr lang="ko-KR" altLang="en-US" b="1" smtClean="0">
                <a:solidFill>
                  <a:prstClr val="black"/>
                </a:solidFill>
              </a:rPr>
              <a:t> 관련 파일 다운로드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현재작업 디렉터리 확인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whoami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en-US" altLang="ko-KR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pwd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</a:t>
            </a: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관련 파일 다운로드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총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wget www.db21.co.kr/big/hadoop-2.6.4.tar.gz</a:t>
            </a:r>
          </a:p>
          <a:p>
            <a:pPr marL="0" indent="0" latinLnBrk="0">
              <a:spcBef>
                <a:spcPct val="30000"/>
              </a:spcBef>
            </a:pPr>
            <a:endParaRPr lang="es-E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wget www.db21.co.kr/big/bashrc2.txt</a:t>
            </a:r>
          </a:p>
          <a:p>
            <a:pPr marL="0" indent="0" latinLnBrk="0">
              <a:spcBef>
                <a:spcPct val="30000"/>
              </a:spcBef>
            </a:pPr>
            <a:endParaRPr lang="es-E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wget www.db21.co.kr/big/pig-0.16.0.tar.gz</a:t>
            </a:r>
          </a:p>
          <a:p>
            <a:pPr marL="0" indent="0" latinLnBrk="0">
              <a:spcBef>
                <a:spcPct val="30000"/>
              </a:spcBef>
            </a:pPr>
            <a:endParaRPr lang="es-E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wget www.db21.co.kr/big/apache-hive-1.2.1-bin.tar.gz</a:t>
            </a:r>
          </a:p>
          <a:p>
            <a:pPr marL="0" indent="0" latinLnBrk="0">
              <a:spcBef>
                <a:spcPct val="30000"/>
              </a:spcBef>
            </a:pPr>
            <a:endParaRPr lang="es-E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wget www.db21.co.kr/big/hive-1.2.1-site.xml</a:t>
            </a:r>
          </a:p>
          <a:p>
            <a:pPr marL="0" indent="0" latinLnBrk="0">
              <a:spcBef>
                <a:spcPct val="30000"/>
              </a:spcBef>
            </a:pPr>
            <a:endParaRPr lang="es-E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wget www.db21.co.kr/big/mysql-connector-java-5.1.23-bin.jar</a:t>
            </a:r>
          </a:p>
          <a:p>
            <a:pPr marL="0" indent="0" latinLnBrk="0">
              <a:spcBef>
                <a:spcPct val="30000"/>
              </a:spcBef>
            </a:pPr>
            <a:endParaRPr lang="es-E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wget www.db21.co.kr/big/spark-1.6.2-bin-hadoop2.6.tgz</a:t>
            </a:r>
            <a:endParaRPr lang="en-US" altLang="ko-KR" sz="13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296652"/>
            <a:ext cx="9027278" cy="6406052"/>
          </a:xfrm>
          <a:prstGeom prst="rect">
            <a:avLst/>
          </a:prstGeom>
          <a:solidFill>
            <a:schemeClr val="accent3">
              <a:lumMod val="65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whoami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hadoop@client ~]$ </a:t>
            </a:r>
            <a:r>
              <a:rPr lang="en-US" altLang="ko-KR" sz="1200" b="1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pwd</a:t>
            </a:r>
            <a:endParaRPr lang="en-US" altLang="ko-KR" sz="12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home/</a:t>
            </a:r>
            <a:r>
              <a:rPr lang="en-US" altLang="ko-KR" sz="12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solidFill>
                  <a:srgbClr val="000000"/>
                </a:solidFill>
                <a:latin typeface="맑은 고딕"/>
                <a:ea typeface="맑은 고딕"/>
              </a:rPr>
              <a:t>[hadoop@client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~]$ </a:t>
            </a:r>
            <a:r>
              <a:rPr lang="en-US" altLang="ko-KR" sz="1200" b="1" err="1">
                <a:solidFill>
                  <a:srgbClr val="000000"/>
                </a:solidFill>
                <a:latin typeface="맑은 고딕"/>
                <a:ea typeface="맑은 고딕"/>
              </a:rPr>
              <a:t>wget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 www.db21.co.kr/big/hadoop-2.6.4.tar.gz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--2017-05-06 15:57:33--  http://www.db21.co.kr/big/hadoop-2.6.4.tar.gz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Resolving www.db21.co.kr... 121.124.124.244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Connecting to www.db21.co.kr|121.124.124.244|:80... connected.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HTTP request sent, awaiting response... 200 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Length: 196015975 (187M) [application/x-tar]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Saving to: `hadoop-2.6.4.tar.gz'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100%[======================================&gt;] 196,015,975 3.92M/s   in 46s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2017-05-06 15:58:19 (4.07 MB/s) - `hadoop-2.6.4.tar.gz' saved [196015975/196015975]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solidFill>
                  <a:srgbClr val="000000"/>
                </a:solidFill>
                <a:latin typeface="맑은 고딕"/>
                <a:ea typeface="맑은 고딕"/>
              </a:rPr>
              <a:t>[hadoop@client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~]$ </a:t>
            </a:r>
            <a:r>
              <a:rPr lang="en-US" altLang="ko-KR" sz="1200" b="1" err="1">
                <a:solidFill>
                  <a:srgbClr val="000000"/>
                </a:solidFill>
                <a:latin typeface="맑은 고딕"/>
                <a:ea typeface="맑은 고딕"/>
              </a:rPr>
              <a:t>wget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 www.db21.co.kr/big/bashrc2.txt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800" b="1" smtClean="0">
                <a:solidFill>
                  <a:srgbClr val="FF0000"/>
                </a:solidFill>
                <a:latin typeface="맑은 고딕"/>
                <a:ea typeface="맑은 고딕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smtClean="0">
                <a:solidFill>
                  <a:srgbClr val="000000"/>
                </a:solidFill>
                <a:latin typeface="맑은 고딕"/>
                <a:ea typeface="맑은 고딕"/>
              </a:rPr>
              <a:t>2017-05-06 </a:t>
            </a: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16:03:21 (5.75 MB/s) - `mysql-connector-java-5.1.23-bin.jar' saved [843090/843090]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solidFill>
                  <a:srgbClr val="000000"/>
                </a:solidFill>
                <a:latin typeface="맑은 고딕"/>
                <a:ea typeface="맑은 고딕"/>
              </a:rPr>
              <a:t>[hadoop@client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~]$ </a:t>
            </a:r>
            <a:r>
              <a:rPr lang="en-US" altLang="ko-KR" sz="1200" b="1" err="1">
                <a:solidFill>
                  <a:srgbClr val="000000"/>
                </a:solidFill>
                <a:latin typeface="맑은 고딕"/>
                <a:ea typeface="맑은 고딕"/>
              </a:rPr>
              <a:t>wget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 www.db21.co.kr/big/spark-1.6.2-bin-hadoop2.6.tgz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--2017-05-06 16:03:48--  http://www.db21.co.kr/big/spark-1.6.2-bin-hadoop2.6.tgz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Resolving www.db21.co.kr... 121.124.124.244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Connecting to www.db21.co.kr|121.124.124.244|:80... connected.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HTTP request sent, awaiting response... 200 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Length: 278057117 (265M) [application/x-tar]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Saving to: `spark-1.6.2-bin-hadoop2.6.tgz'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100%[======================================&gt;] 278,057,117 4.87M/s   in 65s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solidFill>
                  <a:srgbClr val="000000"/>
                </a:solidFill>
                <a:latin typeface="맑은 고딕"/>
                <a:ea typeface="맑은 고딕"/>
              </a:rPr>
              <a:t>2017-05-06 16:04:53 (4.05 MB/s) - `spark-1.6.2-bin-hadoop2.6.tgz' saved [278057117/278057117</a:t>
            </a:r>
            <a:r>
              <a:rPr lang="en-US" altLang="ko-KR" sz="900" smtClean="0">
                <a:solidFill>
                  <a:srgbClr val="000000"/>
                </a:solidFill>
                <a:latin typeface="맑은 고딕"/>
                <a:ea typeface="맑은 고딕"/>
              </a:rPr>
              <a:t>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smtClean="0">
                <a:solidFill>
                  <a:srgbClr val="000000"/>
                </a:solidFill>
                <a:latin typeface="맑은 고딕"/>
                <a:ea typeface="맑은 고딕"/>
              </a:rPr>
              <a:t>[hadoop@client ~]$</a:t>
            </a:r>
            <a:endParaRPr lang="en-US" altLang="ko-KR" sz="9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648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30299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Hadoop, Pig, Hive, Spark </a:t>
            </a:r>
            <a:r>
              <a:rPr lang="ko-KR" altLang="en-US" b="1">
                <a:solidFill>
                  <a:prstClr val="black"/>
                </a:solidFill>
              </a:rPr>
              <a:t>압축풀고 링크 걸기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압축풀기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Tarball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압축 풀기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tar xvzf hadoop-2.6.4.tar.gz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관리를 위해서 심벌릭 링크 걸기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ln -s  /home/hadoop/hadoop-2.6.4  /home/hadoop/hadoop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Pig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압축풀기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Pig Tarball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압축 풀기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tar xvzf  pig-0.16.0.tar.gz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관리를 위해서 심벌릭 링크 걸기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ln -s  pig-0.16.0  pig 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Hive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압축풀기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Tarball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압축 풀기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tar xvzf apache-hive-1.2.1-bin.tar.gz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관리를 위해서 심벌릭 링크 걸기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ln -s apache-hive-1.2.1-bin  hive</a:t>
            </a:r>
          </a:p>
        </p:txBody>
      </p:sp>
    </p:spTree>
    <p:extLst>
      <p:ext uri="{BB962C8B-B14F-4D97-AF65-F5344CB8AC3E}">
        <p14:creationId xmlns:p14="http://schemas.microsoft.com/office/powerpoint/2010/main" val="172980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30299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Hadoop, Pig, Hive, Spark </a:t>
            </a:r>
            <a:r>
              <a:rPr lang="ko-KR" altLang="en-US" b="1">
                <a:solidFill>
                  <a:prstClr val="black"/>
                </a:solidFill>
              </a:rPr>
              <a:t>압축풀고 링크 걸기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Spark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압축풀기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 Tarball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압축 풀기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[9]$ tar xvzf  spark-1.6.2-bin-hadoop2.6.tgz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10]$ ln -s  spark-1.6.2-bin-hadoop2.6  spark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11]$ ll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92344" y="3256115"/>
            <a:ext cx="8425507" cy="348525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ll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727756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drwxrwxr-x.  8 hadoop hadoop       159  5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26 19:07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 92834839  6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27  2015 apache-hive-1.2.1-bin.tar.gz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     1512  9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  2016 bashrc2.txt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lrwxrwxrwx.  1 hadoop hadoop        25  5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26 19:07 hadoop -&gt; /home/hadoop/hadoop-2.6.4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drwxr-xr-x.  9 hadoop hadoop       149  2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12  2016 hadoop-2.6.4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196015975  2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12  2016 hadoop-2.6.4.tar.gz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lrwxrwxrwx.  1 hadoop hadoop        21  5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26 19:07 hive -&gt;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   168409  9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  2016 hive-1.2.1-site.xml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   843090  3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24  2013 mysql-connector-java-5.1.23-bin.jar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lrwxrwxrwx.  1 hadoop hadoop        10  5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26 19:07 pig -&gt; pig-0.16.0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drwxr-xr-x. 16 hadoop hadoop      4096  6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  2016 pig-0.16.0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177279333  6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8  2016 pig-0.16.0.tar.gz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lrwxrwxrwx.  1 hadoop hadoop        25  5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26 19:08 spark -&gt; spark-1.6.2-bin-hadoop2.6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drwxr-xr-x. 12 hadoop hadoop       210  6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22  2016 spark-1.6.2-bin-hadoop2.6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-rw-rw-r--.  1 hadoop hadoop 278057117  6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25  2016 spark-1.6.2-bin-hadoop2.6.tgz</a:t>
            </a:r>
          </a:p>
        </p:txBody>
      </p:sp>
    </p:spTree>
    <p:extLst>
      <p:ext uri="{BB962C8B-B14F-4D97-AF65-F5344CB8AC3E}">
        <p14:creationId xmlns:p14="http://schemas.microsoft.com/office/powerpoint/2010/main" val="161049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30299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Hadoop, Pig, Hive, Spark </a:t>
            </a:r>
            <a:r>
              <a:rPr lang="ko-KR" altLang="en-US" b="1">
                <a:solidFill>
                  <a:prstClr val="black"/>
                </a:solidFill>
              </a:rPr>
              <a:t>압축풀고 링크 걸기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Tarball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삭제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[12]$ rm  hadoop-2.6.4.tar.gz                 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rm  pig-0.16.0.tar.gz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rm  apache-hive-1.2.1-bin.tar.gz 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rm 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spark-1.6.2-bin-hadoop2.6.tgz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[13]$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ll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92344" y="3256115"/>
            <a:ext cx="8425507" cy="340523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rm  hadoop-2.6.4.tar.gz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rm  pig-0.16.0.tar.gz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rm  apache-hive-1.2.1-bin.tar.gz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rm  spark-1.6.2-bin-hadoop2.6.tgz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ll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1000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drwxrwxr-x.  8 hadoop hadoop    159  5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26 19:07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-rw-rw-r--.  1 hadoop hadoop   1512  9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17  2016 bashrc2.txt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lrwxrwxrwx.  1 hadoop hadoop     25  5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26 19:07 hadoop -&gt; /home/hadoop/hadoop-2.6.4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drwxr-xr-x.  9 hadoop hadoop    149  2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12  2016 hadoop-2.6.4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lrwxrwxrwx.  1 hadoop hadoop     21  5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26 19:07 hive -&gt;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-rw-rw-r--.  1 hadoop hadoop 168409  9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17  2016 hive-1.2.1-site.xml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-rw-rw-r--.  1 hadoop hadoop 843090  3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24  2013 mysql-connector-java-5.1.23-bin.jar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lrwxrwxrwx.  1 hadoop hadoop     10  5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26 19:07 pig -&gt; pig-0.16.0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drwxr-xr-x. 16 hadoop hadoop   4096  6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  2016 pig-0.16.0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lrwxrwxrwx.  1 hadoop hadoop     25  5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26 19:08 spark -&gt; spark-1.6.2-bin-hadoop2.6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drwxr-xr-x. 12 hadoop hadoop    210  6</a:t>
            </a:r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22  2016 spark-1.6.2-bin-hadoop2.6</a:t>
            </a:r>
          </a:p>
        </p:txBody>
      </p:sp>
    </p:spTree>
    <p:extLst>
      <p:ext uri="{BB962C8B-B14F-4D97-AF65-F5344CB8AC3E}">
        <p14:creationId xmlns:p14="http://schemas.microsoft.com/office/powerpoint/2010/main" val="176710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설치 관련 파일 다운로드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570803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>
                <a:solidFill>
                  <a:prstClr val="black"/>
                </a:solidFill>
              </a:rPr>
              <a:t>가상 머신 중단 및 </a:t>
            </a:r>
            <a:r>
              <a:rPr lang="en-US" altLang="ko-KR" b="1">
                <a:solidFill>
                  <a:prstClr val="black"/>
                </a:solidFill>
              </a:rPr>
              <a:t>VDI </a:t>
            </a:r>
            <a:r>
              <a:rPr lang="ko-KR" altLang="en-US" b="1">
                <a:solidFill>
                  <a:prstClr val="black"/>
                </a:solidFill>
              </a:rPr>
              <a:t>이미지 백업하기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391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디스크 용량 확인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</a:t>
            </a: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df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전원끄기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신호 보내기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shutdown </a:t>
            </a: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s-E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 </a:t>
            </a:r>
            <a:r>
              <a:rPr lang="es-E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now</a:t>
            </a:r>
          </a:p>
          <a:p>
            <a:pPr marL="285750" lvl="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VDI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백업하기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595435" y="4408601"/>
            <a:ext cx="8616843" cy="173185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C:/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/Administrator/</a:t>
            </a:r>
            <a:r>
              <a:rPr lang="en-US" altLang="ko-KR" sz="1600" b="1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VirtualBox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VMs/centos75-64bit/centos75-64bit.vdi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파일을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압축해서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centos75-64bit.zip(2,157,769 KB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만듦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065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296652"/>
            <a:ext cx="9027278" cy="3445242"/>
          </a:xfrm>
          <a:prstGeom prst="rect">
            <a:avLst/>
          </a:prstGeom>
          <a:solidFill>
            <a:schemeClr val="accent3">
              <a:lumMod val="65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[hadoop@client ~]$ 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solidFill>
                  <a:srgbClr val="000000"/>
                </a:solidFill>
                <a:latin typeface="맑은 고딕"/>
                <a:ea typeface="맑은 고딕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[root@client ~]# 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df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Filesystem     1K-blocks    Used Available Use% Mounted on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/dev/sda3        3770368 </a:t>
            </a:r>
            <a:r>
              <a:rPr lang="en-US" altLang="ko-KR" sz="1400" b="1">
                <a:solidFill>
                  <a:srgbClr val="C00000"/>
                </a:solidFill>
                <a:latin typeface="맑은 고딕"/>
                <a:ea typeface="맑은 고딕"/>
              </a:rPr>
              <a:t>2867824    902544 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77% 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devtmpfs          586868       0    586868   0% /dev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tmpfs             596464       0    596464   0% /dev/shm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tmpfs             596464    7784    588680   2% /run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tmpfs             596464       0    596464   0% /sys/fs/cgroup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/dev/sda1         201380   94904    106476  48% /boot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tmpfs             119296       0    119296   0% /run/user/0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solidFill>
                  <a:srgbClr val="000000"/>
                </a:solidFill>
                <a:latin typeface="맑은 고딕"/>
                <a:ea typeface="맑은 고딕"/>
              </a:rPr>
              <a:t>[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root@client ~]# 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shutdown  -h  now</a:t>
            </a:r>
            <a:endParaRPr lang="en-US" altLang="ko-KR" sz="9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294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2249</TotalTime>
  <Words>4367</Words>
  <Application>Microsoft Office PowerPoint</Application>
  <PresentationFormat>A4 용지(210x297mm)</PresentationFormat>
  <Paragraphs>734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@산돌퍼즐Bk</vt:lpstr>
      <vt:lpstr>굴림</vt:lpstr>
      <vt:lpstr>나눔고딕</vt:lpstr>
      <vt:lpstr>맑은 고딕</vt:lpstr>
      <vt:lpstr>Arial</vt:lpstr>
      <vt:lpstr>Wingdings</vt:lpstr>
      <vt:lpstr>디자인 사용자 지정</vt:lpstr>
      <vt:lpstr>17_Office 테마</vt:lpstr>
      <vt:lpstr>18_Office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user</cp:lastModifiedBy>
  <cp:revision>217</cp:revision>
  <dcterms:created xsi:type="dcterms:W3CDTF">2012-04-02T02:40:52Z</dcterms:created>
  <dcterms:modified xsi:type="dcterms:W3CDTF">2017-06-12T06:51:58Z</dcterms:modified>
</cp:coreProperties>
</file>